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74" r:id="rId2"/>
    <p:sldId id="449" r:id="rId3"/>
    <p:sldId id="462" r:id="rId4"/>
    <p:sldId id="461" r:id="rId5"/>
    <p:sldId id="463" r:id="rId6"/>
    <p:sldId id="452" r:id="rId7"/>
    <p:sldId id="464" r:id="rId8"/>
    <p:sldId id="465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66418" autoAdjust="0"/>
  </p:normalViewPr>
  <p:slideViewPr>
    <p:cSldViewPr snapToGrid="0">
      <p:cViewPr varScale="1">
        <p:scale>
          <a:sx n="57" d="100"/>
          <a:sy n="57" d="100"/>
        </p:scale>
        <p:origin x="14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91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708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#app.py</a:t>
            </a:r>
          </a:p>
          <a:p>
            <a:r>
              <a:rPr lang="en-US" dirty="0" smtClean="0"/>
              <a:t>from flask import Flask</a:t>
            </a:r>
          </a:p>
          <a:p>
            <a:r>
              <a:rPr lang="en-US" dirty="0" smtClean="0"/>
              <a:t>app = Flask(__name__)</a:t>
            </a:r>
          </a:p>
          <a:p>
            <a:endParaRPr lang="en-US" dirty="0" smtClean="0"/>
          </a:p>
          <a:p>
            <a:r>
              <a:rPr lang="en-US" dirty="0" smtClean="0"/>
              <a:t>@</a:t>
            </a:r>
            <a:r>
              <a:rPr lang="en-US" dirty="0" err="1" smtClean="0"/>
              <a:t>app.route</a:t>
            </a:r>
            <a:r>
              <a:rPr lang="en-US" dirty="0" smtClean="0"/>
              <a:t>("/")</a:t>
            </a:r>
          </a:p>
          <a:p>
            <a:r>
              <a:rPr lang="en-US" dirty="0" err="1" smtClean="0"/>
              <a:t>def</a:t>
            </a:r>
            <a:r>
              <a:rPr lang="en-US" dirty="0" smtClean="0"/>
              <a:t> home():</a:t>
            </a:r>
          </a:p>
          <a:p>
            <a:r>
              <a:rPr lang="en-US" dirty="0" smtClean="0"/>
              <a:t>    return "Hello Docker!"</a:t>
            </a:r>
          </a:p>
          <a:p>
            <a:endParaRPr lang="en-US" dirty="0" smtClean="0"/>
          </a:p>
          <a:p>
            <a:r>
              <a:rPr lang="en-US" dirty="0" err="1" smtClean="0"/>
              <a:t>app.run</a:t>
            </a:r>
            <a:r>
              <a:rPr lang="en-US" dirty="0" smtClean="0"/>
              <a:t>(host="0.0.0.0", port=5000)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42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0" dirty="0" smtClean="0"/>
              <a:t>docker run -p 8000:5000 app1</a:t>
            </a:r>
          </a:p>
          <a:p>
            <a:r>
              <a:rPr lang="sv-SE" b="0" dirty="0" smtClean="0"/>
              <a:t>docker run -p 8001:5000 app2</a:t>
            </a:r>
          </a:p>
          <a:p>
            <a:endParaRPr lang="sv-SE" b="0" dirty="0" smtClean="0"/>
          </a:p>
          <a:p>
            <a:r>
              <a:rPr lang="sv-SE" b="0" dirty="0" smtClean="0"/>
              <a:t>Container ports</a:t>
            </a:r>
            <a:r>
              <a:rPr lang="sv-SE" b="0" baseline="0" dirty="0" smtClean="0"/>
              <a:t> can be same or differnt it works but host post must be unique.</a:t>
            </a:r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379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410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454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163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2552" y="1756943"/>
            <a:ext cx="6105194" cy="1976882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b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endParaRPr lang="en-IN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495789" y="4731434"/>
            <a:ext cx="4982681" cy="607895"/>
            <a:chOff x="3614024" y="4908823"/>
            <a:chExt cx="4982681" cy="607895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r>
                <a:rPr lang="en-US" sz="3200" b="1" dirty="0" err="1" smtClean="0">
                  <a:solidFill>
                    <a:srgbClr val="00B0F0"/>
                  </a:solidFill>
                </a:rPr>
                <a:t>Prudvi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7147" y="4927160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6604" y="1206197"/>
            <a:ext cx="1008950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Docker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platform/tool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used to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build, package, and run applications in containers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it does: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Builds images from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Runs containers from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Manages networking, storage, and execution 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Think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“Docker = engine that runs everything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On windows and mac install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desktop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https://www.docker.com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for the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engine.</a:t>
            </a:r>
          </a:p>
          <a:p>
            <a:endParaRPr 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1249" y="4167493"/>
            <a:ext cx="38473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Docker 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Container isolates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layer (lightweight)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Python runtime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System dependencies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libc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etc.)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Environment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Network, ports, processes</a:t>
            </a:r>
          </a:p>
        </p:txBody>
      </p:sp>
    </p:spTree>
    <p:extLst>
      <p:ext uri="{BB962C8B-B14F-4D97-AF65-F5344CB8AC3E}">
        <p14:creationId xmlns:p14="http://schemas.microsoft.com/office/powerpoint/2010/main" val="194460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Docker vs Without Docker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290285"/>
              </p:ext>
            </p:extLst>
          </p:nvPr>
        </p:nvGraphicFramePr>
        <p:xfrm>
          <a:off x="1256524" y="1466850"/>
          <a:ext cx="9501671" cy="3175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1559">
                  <a:extLst>
                    <a:ext uri="{9D8B030D-6E8A-4147-A177-3AD203B41FA5}">
                      <a16:colId xmlns:a16="http://schemas.microsoft.com/office/drawing/2014/main" val="30825692"/>
                    </a:ext>
                  </a:extLst>
                </a:gridCol>
                <a:gridCol w="3740432">
                  <a:extLst>
                    <a:ext uri="{9D8B030D-6E8A-4147-A177-3AD203B41FA5}">
                      <a16:colId xmlns:a16="http://schemas.microsoft.com/office/drawing/2014/main" val="1016795610"/>
                    </a:ext>
                  </a:extLst>
                </a:gridCol>
                <a:gridCol w="3239680">
                  <a:extLst>
                    <a:ext uri="{9D8B030D-6E8A-4147-A177-3AD203B41FA5}">
                      <a16:colId xmlns:a16="http://schemas.microsoft.com/office/drawing/2014/main" val="980285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Docker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WITHOUT Docker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14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Isolated (container </a:t>
                      </a:r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</a:t>
                      </a:r>
                      <a:r>
                        <a:rPr lang="en-IN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</a:t>
                      </a:r>
                      <a:r>
                        <a:rPr lang="en-IN" sz="16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</a:t>
                      </a:r>
                      <a:r>
                        <a:rPr lang="en-IN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hub</a:t>
                      </a:r>
                      <a:r>
                        <a:rPr lang="en-IN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Shared host 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67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Packaged per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Installed globally / venv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24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Fully isolated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conflict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73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Environment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Container-specific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Global / shell-based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615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Explicit mapping (-p)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 host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63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Namespaced (isolated)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visible system-wide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26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once, run anywhere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 setup on each machine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965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12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614514" y="4205455"/>
            <a:ext cx="3735355" cy="2123658"/>
            <a:chOff x="2180254" y="3063962"/>
            <a:chExt cx="3735355" cy="2123658"/>
          </a:xfrm>
        </p:grpSpPr>
        <p:sp>
          <p:nvSpPr>
            <p:cNvPr id="8" name="Rectangle 7"/>
            <p:cNvSpPr/>
            <p:nvPr/>
          </p:nvSpPr>
          <p:spPr>
            <a:xfrm>
              <a:off x="2180254" y="3433294"/>
              <a:ext cx="3735355" cy="17543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FROM python:3.11</a:t>
              </a:r>
            </a:p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WORKDIR</a:t>
              </a:r>
              <a:r>
                <a:rPr lang="en-IN" sz="12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/app</a:t>
              </a:r>
            </a:p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COPY . .</a:t>
              </a:r>
            </a:p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RUN pip install -r requirements.txt</a:t>
              </a:r>
            </a:p>
            <a:p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CMD ["python", "app.py"]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80254" y="3063962"/>
              <a:ext cx="28520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Dockerfile</a:t>
              </a:r>
              <a:r>
                <a:rPr lang="en-IN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in project folder</a:t>
              </a:r>
              <a:endParaRPr lang="en-IN" dirty="0"/>
            </a:p>
          </p:txBody>
        </p:sp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99135" y="1099613"/>
            <a:ext cx="6040016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image is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read-only blueprint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your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Contains: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 code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Dependencies (libraries)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Runtime (Python, Node, etc.)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OS-level components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Created using: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Command 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build -t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my-app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v1 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14514" y="1236017"/>
            <a:ext cx="38338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project/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├── app.py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└── requirements.txt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830425" y="4839098"/>
            <a:ext cx="428275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happens: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 reads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Installs dependencies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Packages everything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Creates an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 named my-app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53869" y="3090068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backend : v1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↑       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 ↑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image     tag (version)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6025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Container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61999" y="1186155"/>
            <a:ext cx="1084897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Container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running instance of an image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Isolated environment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Has its own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filesystem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network, processes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Lightweight (faster than VMs)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run -p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&lt;host-port&gt;:&lt;container-port&gt; </a:t>
            </a:r>
            <a:r>
              <a:rPr lang="en-US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my-app:v1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Example :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run -p 8000:5000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my-app:v1 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means http://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localhost:8000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8836" y="4228428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happens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Container starts from image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 runs inside container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Port is mapped → accessible at:</a:t>
            </a:r>
          </a:p>
        </p:txBody>
      </p:sp>
    </p:spTree>
    <p:extLst>
      <p:ext uri="{BB962C8B-B14F-4D97-AF65-F5344CB8AC3E}">
        <p14:creationId xmlns:p14="http://schemas.microsoft.com/office/powerpoint/2010/main" val="373461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Steps to create Docker container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3175" y="1466850"/>
            <a:ext cx="325949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Code + Dependencies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build -t my-app 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Image (my-app)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run my-app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Container (running app)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9045" y="183611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→ Platform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→ Packaged app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Container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→ Running app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→ Create image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Run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→ Start container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→ Run multiple containers easily </a:t>
            </a:r>
          </a:p>
        </p:txBody>
      </p:sp>
    </p:spTree>
    <p:extLst>
      <p:ext uri="{BB962C8B-B14F-4D97-AF65-F5344CB8AC3E}">
        <p14:creationId xmlns:p14="http://schemas.microsoft.com/office/powerpoint/2010/main" val="248078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62000" y="1174462"/>
            <a:ext cx="98895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 → runs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 container at a time (manual)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 Compose → runs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multiple containers together (automated) -</a:t>
            </a:r>
            <a:r>
              <a:rPr kumimoji="0" lang="en-US" altLang="en-US" sz="16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built on top of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run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94487" y="2516823"/>
            <a:ext cx="359993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services: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app1: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build: ./app1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ports: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- "8000:5000"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app2: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build: ./app2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ports: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- "8001:5000"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7399"/>
            <a:ext cx="106965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Execute  “</a:t>
            </a:r>
            <a:r>
              <a:rPr lang="en-IN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compose 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”  – this will lookup for </a:t>
            </a:r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docker-compose.yaml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file and run the containers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56629" y="2062268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docker-compose.yaml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14975" y="253060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Builds images (if needed)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Starts multiple containers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Creates network between them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Manages everything together </a:t>
            </a:r>
          </a:p>
        </p:txBody>
      </p:sp>
    </p:spTree>
    <p:extLst>
      <p:ext uri="{BB962C8B-B14F-4D97-AF65-F5344CB8AC3E}">
        <p14:creationId xmlns:p14="http://schemas.microsoft.com/office/powerpoint/2010/main" val="10827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62000" y="1174462"/>
            <a:ext cx="88530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 → runs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 container at a time (manual)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Docker Compose → runs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multiple containers together (automated)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394332"/>
              </p:ext>
            </p:extLst>
          </p:nvPr>
        </p:nvGraphicFramePr>
        <p:xfrm>
          <a:off x="1095970" y="2180087"/>
          <a:ext cx="9501671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1559">
                  <a:extLst>
                    <a:ext uri="{9D8B030D-6E8A-4147-A177-3AD203B41FA5}">
                      <a16:colId xmlns:a16="http://schemas.microsoft.com/office/drawing/2014/main" val="30825692"/>
                    </a:ext>
                  </a:extLst>
                </a:gridCol>
                <a:gridCol w="3740432">
                  <a:extLst>
                    <a:ext uri="{9D8B030D-6E8A-4147-A177-3AD203B41FA5}">
                      <a16:colId xmlns:a16="http://schemas.microsoft.com/office/drawing/2014/main" val="1016795610"/>
                    </a:ext>
                  </a:extLst>
                </a:gridCol>
                <a:gridCol w="3239680">
                  <a:extLst>
                    <a:ext uri="{9D8B030D-6E8A-4147-A177-3AD203B41FA5}">
                      <a16:colId xmlns:a16="http://schemas.microsoft.com/office/drawing/2014/main" val="980285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Compose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14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(per command)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(defined in YAML)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67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 CLI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YAML configuration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24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73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615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63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Docker Compose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26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(per command)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Multiple (defined in YAML)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965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98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Microsoft Office PowerPoint</Application>
  <PresentationFormat>Widescreen</PresentationFormat>
  <Paragraphs>183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Docker       </vt:lpstr>
      <vt:lpstr>Docker</vt:lpstr>
      <vt:lpstr>Docker vs Without Docker</vt:lpstr>
      <vt:lpstr>Image</vt:lpstr>
      <vt:lpstr>Container</vt:lpstr>
      <vt:lpstr>Steps to create Docker container</vt:lpstr>
      <vt:lpstr>Docker Compose</vt:lpstr>
      <vt:lpstr>Docker Compose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2026-03-24T02:08:22Z</dcterms:modified>
</cp:coreProperties>
</file>